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Jira MCP Workflow –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Story Created in Jira Cloud (Free Account)</a:t>
            </a:r>
          </a:p>
          <a:p>
            <a:r>
              <a:t>    – Webhook triggers Local AI Agent</a:t>
            </a:r>
          </a:p>
          <a:p/>
          <a:p>
            <a:r>
              <a:t>• Agent Fetches Issue via Atlassian MCP (OAuth Secured)</a:t>
            </a:r>
          </a:p>
          <a:p>
            <a:r>
              <a:t>    – Retrieves story details &amp; metadata</a:t>
            </a:r>
          </a:p>
          <a:p/>
          <a:p>
            <a:r>
              <a:t>• Local LLM (Ollama – Llama 3 8B) Generates Technical Analysis</a:t>
            </a:r>
          </a:p>
          <a:p>
            <a:r>
              <a:t>    – Structured architecture document</a:t>
            </a:r>
          </a:p>
          <a:p/>
          <a:p>
            <a:r>
              <a:t>• Document Uploaded Back to Jira via MCP</a:t>
            </a:r>
          </a:p>
          <a:p>
            <a:r>
              <a:t>    – Tech Lead reviews and comments</a:t>
            </a:r>
          </a:p>
          <a:p/>
          <a:p>
            <a:r>
              <a:t>• Iterative Refinement Loop Until 'Approved'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(POC Focus: Python-FastAPI)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Layer:</a:t>
            </a:r>
          </a:p>
          <a:p>
            <a:r>
              <a:t>• Python – FastAPI (Webhook &amp; Orchestration)</a:t>
            </a:r>
          </a:p>
          <a:p>
            <a:r>
              <a:t>• Alternative: Java (Spring Boot)</a:t>
            </a:r>
          </a:p>
          <a:p>
            <a:r>
              <a:t>• Alternative: Node.js (Express)</a:t>
            </a:r>
          </a:p>
          <a:p/>
          <a:p>
            <a:r>
              <a:t>Integration Layer:</a:t>
            </a:r>
          </a:p>
          <a:p>
            <a:r>
              <a:t>• Atlassian MCP Client (OAuth 2.0)</a:t>
            </a:r>
          </a:p>
          <a:p>
            <a:r>
              <a:t>• Jira Cloud Webhooks</a:t>
            </a:r>
          </a:p>
          <a:p/>
          <a:p>
            <a:r>
              <a:t>AI Layer:</a:t>
            </a:r>
          </a:p>
          <a:p>
            <a:r>
              <a:t>• Ollama (Local Runtime)</a:t>
            </a:r>
          </a:p>
          <a:p>
            <a:r>
              <a:t>• Llama 3 – 8B Model</a:t>
            </a:r>
          </a:p>
          <a:p/>
          <a:p>
            <a:r>
              <a:t>Persistence Layer:</a:t>
            </a:r>
          </a:p>
          <a:p>
            <a:r>
              <a:t>• SQLite / H2 (State Tracking)</a:t>
            </a:r>
          </a:p>
          <a:p>
            <a:r>
              <a:t>• Optional: Vector Store (Chroma)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Jira Cloud</a:t>
            </a:r>
          </a:p>
          <a:p>
            <a:r>
              <a:t>(Free Account)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371600"/>
            <a:ext cx="20116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Local Agent Service</a:t>
            </a:r>
          </a:p>
          <a:p>
            <a:r>
              <a:t>(FastAPI)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20116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Atlassian Remote</a:t>
            </a:r>
          </a:p>
          <a:p>
            <a:r>
              <a:t>MCP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79" y="1371600"/>
            <a:ext cx="20116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Local LLM</a:t>
            </a:r>
          </a:p>
          <a:p>
            <a:r>
              <a:t>(Ollama - Llama 3 8B)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1737360.0"/>
            <a:ext cx="18288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663440" y="1737360.0"/>
            <a:ext cx="18288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1737360.0"/>
            <a:ext cx="182879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852160.0" y="2103120"/>
            <a:ext cx="2194559.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Benefits:</a:t>
            </a:r>
          </a:p>
          <a:p>
            <a:r>
              <a:t>• Zero LLM API Cost (Fully Local AI Processing)</a:t>
            </a:r>
          </a:p>
          <a:p>
            <a:r>
              <a:t>• Secure OAuth-Based Jira Integration</a:t>
            </a:r>
          </a:p>
          <a:p>
            <a:r>
              <a:t>• Deterministic Workflow + Human-in-the-Loop Control</a:t>
            </a:r>
          </a:p>
          <a:p>
            <a:r>
              <a:t>• Enterprise-Ready AI Automation Architecture</a:t>
            </a:r>
          </a:p>
          <a:p>
            <a:r>
              <a:t>• Scalable to Multi-Agent or Production Deployment</a:t>
            </a:r>
          </a:p>
          <a:p/>
          <a:p>
            <a:r>
              <a:t>Limitations:</a:t>
            </a:r>
          </a:p>
          <a:p>
            <a:r>
              <a:t>• Jira Cloud Only (No On-Prem Support)</a:t>
            </a:r>
          </a:p>
          <a:p>
            <a:r>
              <a:t>• OAuth Configuration Complexity</a:t>
            </a:r>
          </a:p>
          <a:p>
            <a:r>
              <a:t>• Llama 3 8B Has Reasoning Limits for Deep Enterprise Scenarios</a:t>
            </a:r>
          </a:p>
          <a:p>
            <a:r>
              <a:t>• Requires 16GB+ RAM for Stable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